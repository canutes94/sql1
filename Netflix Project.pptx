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334B8-80B4-4EAC-9EF8-EC58A76BA04A}" v="27" dt="2025-10-31T12:55:21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ute sequiera" userId="db9b3ed3c523ec7d" providerId="LiveId" clId="{21ADDA76-33C9-4C69-BD25-E75DFD1E5BCD}"/>
    <pc:docChg chg="undo custSel modSld">
      <pc:chgData name="canute sequiera" userId="db9b3ed3c523ec7d" providerId="LiveId" clId="{21ADDA76-33C9-4C69-BD25-E75DFD1E5BCD}" dt="2025-10-31T12:55:21.774" v="124"/>
      <pc:docMkLst>
        <pc:docMk/>
      </pc:docMkLst>
      <pc:sldChg chg="addSp delSp modSp mod">
        <pc:chgData name="canute sequiera" userId="db9b3ed3c523ec7d" providerId="LiveId" clId="{21ADDA76-33C9-4C69-BD25-E75DFD1E5BCD}" dt="2025-10-31T12:55:21.774" v="124"/>
        <pc:sldMkLst>
          <pc:docMk/>
          <pc:sldMk cId="3716266355" sldId="256"/>
        </pc:sldMkLst>
        <pc:spChg chg="add mod">
          <ac:chgData name="canute sequiera" userId="db9b3ed3c523ec7d" providerId="LiveId" clId="{21ADDA76-33C9-4C69-BD25-E75DFD1E5BCD}" dt="2025-10-31T12:34:12.382" v="8"/>
          <ac:spMkLst>
            <pc:docMk/>
            <pc:sldMk cId="3716266355" sldId="256"/>
            <ac:spMk id="4" creationId="{1FD1CCE4-5FCC-5271-3B24-8E045A0B8F22}"/>
          </ac:spMkLst>
        </pc:spChg>
        <pc:spChg chg="add del mod">
          <ac:chgData name="canute sequiera" userId="db9b3ed3c523ec7d" providerId="LiveId" clId="{21ADDA76-33C9-4C69-BD25-E75DFD1E5BCD}" dt="2025-10-31T12:34:34.858" v="15"/>
          <ac:spMkLst>
            <pc:docMk/>
            <pc:sldMk cId="3716266355" sldId="256"/>
            <ac:spMk id="5" creationId="{6C5F7902-94A1-8CDC-4102-2B028D6C22B5}"/>
          </ac:spMkLst>
        </pc:spChg>
        <pc:spChg chg="add mod">
          <ac:chgData name="canute sequiera" userId="db9b3ed3c523ec7d" providerId="LiveId" clId="{21ADDA76-33C9-4C69-BD25-E75DFD1E5BCD}" dt="2025-10-31T12:34:34.858" v="13"/>
          <ac:spMkLst>
            <pc:docMk/>
            <pc:sldMk cId="3716266355" sldId="256"/>
            <ac:spMk id="8" creationId="{F83060E6-0E2E-AC27-33BF-60E97D1F7488}"/>
          </ac:spMkLst>
        </pc:spChg>
        <pc:spChg chg="add del mod">
          <ac:chgData name="canute sequiera" userId="db9b3ed3c523ec7d" providerId="LiveId" clId="{21ADDA76-33C9-4C69-BD25-E75DFD1E5BCD}" dt="2025-10-31T12:42:46.825" v="29" actId="478"/>
          <ac:spMkLst>
            <pc:docMk/>
            <pc:sldMk cId="3716266355" sldId="256"/>
            <ac:spMk id="14" creationId="{4741E950-4B93-6724-DE5B-78AF8AA3332F}"/>
          </ac:spMkLst>
        </pc:spChg>
        <pc:graphicFrameChg chg="add mod">
          <ac:chgData name="canute sequiera" userId="db9b3ed3c523ec7d" providerId="LiveId" clId="{21ADDA76-33C9-4C69-BD25-E75DFD1E5BCD}" dt="2025-10-31T12:34:11.784" v="7"/>
          <ac:graphicFrameMkLst>
            <pc:docMk/>
            <pc:sldMk cId="3716266355" sldId="256"/>
            <ac:graphicFrameMk id="2" creationId="{2A959F2C-D37D-2810-CF1F-DBF751C3DB49}"/>
          </ac:graphicFrameMkLst>
        </pc:graphicFrameChg>
        <pc:graphicFrameChg chg="add mod">
          <ac:chgData name="canute sequiera" userId="db9b3ed3c523ec7d" providerId="LiveId" clId="{21ADDA76-33C9-4C69-BD25-E75DFD1E5BCD}" dt="2025-10-31T12:34:34.383" v="12" actId="1076"/>
          <ac:graphicFrameMkLst>
            <pc:docMk/>
            <pc:sldMk cId="3716266355" sldId="256"/>
            <ac:graphicFrameMk id="6" creationId="{5ACE78AB-447B-6494-B7D1-31D988E3C6EF}"/>
          </ac:graphicFrameMkLst>
        </pc:graphicFrameChg>
        <pc:graphicFrameChg chg="add mod modGraphic">
          <ac:chgData name="canute sequiera" userId="db9b3ed3c523ec7d" providerId="LiveId" clId="{21ADDA76-33C9-4C69-BD25-E75DFD1E5BCD}" dt="2025-10-31T12:40:45.580" v="24" actId="1076"/>
          <ac:graphicFrameMkLst>
            <pc:docMk/>
            <pc:sldMk cId="3716266355" sldId="256"/>
            <ac:graphicFrameMk id="9" creationId="{24D2F486-E1D5-0E65-1D4E-9F2A5A797666}"/>
          </ac:graphicFrameMkLst>
        </pc:graphicFrameChg>
        <pc:graphicFrameChg chg="add del modGraphic">
          <ac:chgData name="canute sequiera" userId="db9b3ed3c523ec7d" providerId="LiveId" clId="{21ADDA76-33C9-4C69-BD25-E75DFD1E5BCD}" dt="2025-10-31T12:40:36.211" v="21" actId="1032"/>
          <ac:graphicFrameMkLst>
            <pc:docMk/>
            <pc:sldMk cId="3716266355" sldId="256"/>
            <ac:graphicFrameMk id="11" creationId="{7F9E0D1E-7D02-DD23-2742-86609453D960}"/>
          </ac:graphicFrameMkLst>
        </pc:graphicFrameChg>
        <pc:graphicFrameChg chg="add mod modGraphic">
          <ac:chgData name="canute sequiera" userId="db9b3ed3c523ec7d" providerId="LiveId" clId="{21ADDA76-33C9-4C69-BD25-E75DFD1E5BCD}" dt="2025-10-31T12:55:21.774" v="124"/>
          <ac:graphicFrameMkLst>
            <pc:docMk/>
            <pc:sldMk cId="3716266355" sldId="256"/>
            <ac:graphicFrameMk id="15" creationId="{3927EC78-0A6E-30EF-1012-37CEDC6D9288}"/>
          </ac:graphicFrameMkLst>
        </pc:graphicFrameChg>
        <pc:graphicFrameChg chg="mod">
          <ac:chgData name="canute sequiera" userId="db9b3ed3c523ec7d" providerId="LiveId" clId="{21ADDA76-33C9-4C69-BD25-E75DFD1E5BCD}" dt="2025-10-31T12:51:46.614" v="112" actId="1076"/>
          <ac:graphicFrameMkLst>
            <pc:docMk/>
            <pc:sldMk cId="3716266355" sldId="256"/>
            <ac:graphicFrameMk id="19" creationId="{CE6D6275-5ADB-E7B7-B8D4-CBA9A1B88A3C}"/>
          </ac:graphicFrameMkLst>
        </pc:graphicFrameChg>
        <pc:graphicFrameChg chg="add del modGraphic">
          <ac:chgData name="canute sequiera" userId="db9b3ed3c523ec7d" providerId="LiveId" clId="{21ADDA76-33C9-4C69-BD25-E75DFD1E5BCD}" dt="2025-10-31T12:30:39.121" v="6" actId="478"/>
          <ac:graphicFrameMkLst>
            <pc:docMk/>
            <pc:sldMk cId="3716266355" sldId="256"/>
            <ac:graphicFrameMk id="30" creationId="{49A41358-DDB6-BCAE-C496-940BC672C96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Genre Trends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07-4279-86C0-F37C53E02342}"/>
              </c:ext>
            </c:extLst>
          </c:dPt>
          <c:dPt>
            <c:idx val="1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9007-4279-86C0-F37C53E02342}"/>
              </c:ext>
            </c:extLst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007-4279-86C0-F37C53E02342}"/>
              </c:ext>
            </c:extLst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9007-4279-86C0-F37C53E02342}"/>
              </c:ext>
            </c:extLst>
          </c:dPt>
          <c:dPt>
            <c:idx val="4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9007-4279-86C0-F37C53E02342}"/>
              </c:ext>
            </c:extLst>
          </c:dPt>
          <c:dPt>
            <c:idx val="5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007-4279-86C0-F37C53E0234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Sheet1!$B$2:$B$8</c:f>
              <c:numCache>
                <c:formatCode>0%</c:formatCode>
                <c:ptCount val="6"/>
                <c:pt idx="0">
                  <c:v>0.22222222222222221</c:v>
                </c:pt>
                <c:pt idx="1">
                  <c:v>0.1111111111111111</c:v>
                </c:pt>
                <c:pt idx="2">
                  <c:v>5.5555555555555552E-2</c:v>
                </c:pt>
                <c:pt idx="3">
                  <c:v>3.7037037037037035E-2</c:v>
                </c:pt>
                <c:pt idx="4">
                  <c:v>3.7037037037037035E-2</c:v>
                </c:pt>
                <c:pt idx="5">
                  <c:v>0.53703703703703709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07-4279-86C0-F37C53E02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74338-072D-76EC-A075-D95BBA704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1CE61-40CB-EFA0-71B5-31C52106B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3DBE-1E06-BF81-5FC5-BCB57EA4C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329A7-ECCA-8D87-B0F3-B894B711B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C4022-93B8-323B-1AB7-0DE3A387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93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53D5-7A16-E812-0EBC-206BDC43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0FB7A-036B-2ED8-5B72-90462E784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67567-902A-8917-EEF6-7076D83F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8BD1B-E914-21E6-C336-E14C0D74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ABD57-1EEB-49B0-FD1F-7CCBEA09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43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9E72-771D-6F9B-630F-373569CD1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6FFE1-8938-58FF-A3B0-C13A4D19A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24871-0452-AF0A-EF48-4BB59BB0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362E7-3BD1-6398-55B3-395812BC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1E40-CBA9-2FB7-37BF-644CFE51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37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E145-7186-5A27-5532-5FFB3091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DB19B-E3E3-FF8B-9BD6-57985D335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48CF8-E23B-E413-2E1A-A1D7AC1A8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ED8DA-7A84-A022-4972-CD787AC9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4C6DA-3D55-F892-DDF7-B81372C2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EE501-E11A-B8DB-0F8F-2F1B33E3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36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6ACB-675E-3EB4-E086-FCD25C46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68725-1B8B-A78E-33C8-FD3AED669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F8878-B45D-583E-5A35-FBF58D711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E05D4-9256-505B-39F8-B466B7A10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82775-F7F8-BFE6-3BEA-577BDE5C9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BC500C-7CD1-D383-A979-3023B4111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D4406-C9CD-B321-3482-1262386B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4DBA9-FE6E-7C51-FEFE-6424CDEF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106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2B4A-0A5F-3FFF-E033-382FAC2B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5FB59-DB06-92F3-2CF4-F346087C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191BD-B502-3F86-9A26-14B6A17A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E6BFA-6D86-158D-0924-A71BF364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06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CCB00-BACF-B6E0-203E-447CAF35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8BDC3-994E-2BEA-BF4A-9905FC543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3EC80-F6C4-4FDD-9AEC-38DF94B81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3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5314-6275-0B8C-9103-AC726BC7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6C077-DCE4-A49B-DCE9-0635770B0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D0B29-68E5-2DCD-DB55-CE1FF64BA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E7B81-4968-88B1-91E5-07E19466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9475D-FB4E-3DC9-2EE8-18697A30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C17C6-C944-362E-6D8E-D7558484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340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C815-F26D-CFD7-687C-470E7D95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AA56E-892C-280D-4BDD-EF2F23F26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2749F-64E5-87DA-B007-0CE1F37A0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FD886-EF09-E3F0-2E54-8CBA0CA4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7FE64-4FCA-C9C7-F68E-6B61E2215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87A8B-DAC1-FF50-085D-10E54557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48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3237-792C-C19A-286A-6BC2C735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ECA7C-BFBF-E0C7-865D-9FE007CEF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06400-79E3-2643-21D7-3886AE35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3CECB-D1A1-A6F2-010F-C3295E69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5C2EB-3F66-41FE-9130-63BF4D72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926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4A92F-B228-B412-BE42-4B8F40438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50272-5807-B05C-9EA3-6AA948562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E337D-C84C-62C3-9F95-4E2661FD5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A4438-FE53-BF2F-7861-4245D96E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E9F23-D142-678A-B413-CBDFABB9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3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C0F2B-6F8F-7F2B-9AF5-BA7A7BEEC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FA7F2-9C1B-2746-316F-8CF8CCB7A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FC1FB-7A18-8434-7CE3-F65338515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60D35-3A92-4075-9FC9-4C318D426A90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8DB34-2B2C-1ED9-408F-04FDB9690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33BCB-2940-1F09-DB87-557075C19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2533A-EF5C-44A4-9C09-FE553BBDB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74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st.subfactory.fr/series.html&amp;action=g_serie&amp;serieID=635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2055D8-9545-EFBF-499C-9AD1B9786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600096"/>
            <a:ext cx="12192000" cy="1257903"/>
          </a:xfrm>
          <a:solidFill>
            <a:schemeClr val="bg1">
              <a:lumMod val="95000"/>
            </a:schemeClr>
          </a:solidFill>
        </p:spPr>
        <p:txBody>
          <a:bodyPr>
            <a:normAutofit fontScale="40000" lnSpcReduction="20000"/>
          </a:bodyPr>
          <a:lstStyle/>
          <a:p>
            <a:endParaRPr lang="en-US" sz="1800" b="1" dirty="0">
              <a:latin typeface="Bahnschrift Condensed" panose="020B0502040204020203" pitchFamily="34" charset="0"/>
            </a:endParaRPr>
          </a:p>
          <a:p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Our analysis identifies Toshiya Shinohara as a high-frequency director aligned with top-performing genres.</a:t>
            </a:r>
          </a:p>
          <a:p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We recommend greenlighting a Netflix original in Action &amp; Adventure, Anime Features, and International</a:t>
            </a:r>
          </a:p>
          <a:p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Movies under his direction.”</a:t>
            </a:r>
            <a:endParaRPr lang="en-IN" sz="4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8E5AA3-9657-D2BD-7F36-28A12CDCAF36}"/>
              </a:ext>
            </a:extLst>
          </p:cNvPr>
          <p:cNvSpPr txBox="1"/>
          <p:nvPr/>
        </p:nvSpPr>
        <p:spPr>
          <a:xfrm>
            <a:off x="0" y="115895"/>
            <a:ext cx="8278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Netflix Content Strategy - What Should We Produce Next?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07778-9550-3C0D-C3C3-29744071F34F}"/>
              </a:ext>
            </a:extLst>
          </p:cNvPr>
          <p:cNvSpPr txBox="1"/>
          <p:nvPr/>
        </p:nvSpPr>
        <p:spPr>
          <a:xfrm>
            <a:off x="4419600" y="4562168"/>
            <a:ext cx="850490" cy="2308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IN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7071FC-3164-C34C-02BE-F025AC893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85114" y="0"/>
            <a:ext cx="3232355" cy="1986116"/>
          </a:xfrm>
          <a:prstGeom prst="rect">
            <a:avLst/>
          </a:prstGeom>
        </p:spPr>
      </p:pic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CE6D6275-5ADB-E7B7-B8D4-CBA9A1B88A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8836263"/>
              </p:ext>
            </p:extLst>
          </p:nvPr>
        </p:nvGraphicFramePr>
        <p:xfrm>
          <a:off x="4162483" y="1541161"/>
          <a:ext cx="4102751" cy="289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83C45BA-C333-3928-C39D-DFB0EC41E025}"/>
              </a:ext>
            </a:extLst>
          </p:cNvPr>
          <p:cNvSpPr txBox="1"/>
          <p:nvPr/>
        </p:nvSpPr>
        <p:spPr>
          <a:xfrm>
            <a:off x="9006348" y="3559277"/>
            <a:ext cx="295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1FFD0E-199D-3086-3CEE-266478F497B3}"/>
              </a:ext>
            </a:extLst>
          </p:cNvPr>
          <p:cNvSpPr txBox="1"/>
          <p:nvPr/>
        </p:nvSpPr>
        <p:spPr>
          <a:xfrm>
            <a:off x="8512272" y="2354152"/>
            <a:ext cx="3185652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Action &amp; Adventure, Anime Features, International Movies </a:t>
            </a: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Children &amp; Family Movies </a:t>
            </a: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3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Children &amp; Family Movies, Comedies </a:t>
            </a: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3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 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Documentaries </a:t>
            </a: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3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Dramas, Independent Movies, International Movies</a:t>
            </a: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Others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B11D94-86AE-35BC-966C-44B9AB215A71}"/>
              </a:ext>
            </a:extLst>
          </p:cNvPr>
          <p:cNvSpPr txBox="1"/>
          <p:nvPr/>
        </p:nvSpPr>
        <p:spPr>
          <a:xfrm>
            <a:off x="8541533" y="1852296"/>
            <a:ext cx="3279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GENRE TRENDS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7EF782-D10D-DF3C-1128-6661DE14C568}"/>
              </a:ext>
            </a:extLst>
          </p:cNvPr>
          <p:cNvSpPr txBox="1"/>
          <p:nvPr/>
        </p:nvSpPr>
        <p:spPr>
          <a:xfrm>
            <a:off x="5056236" y="5199986"/>
            <a:ext cx="2821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27EC78-0A6E-30EF-1012-37CEDC6D9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367510"/>
              </p:ext>
            </p:extLst>
          </p:nvPr>
        </p:nvGraphicFramePr>
        <p:xfrm>
          <a:off x="0" y="1716334"/>
          <a:ext cx="4151664" cy="33308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83888">
                  <a:extLst>
                    <a:ext uri="{9D8B030D-6E8A-4147-A177-3AD203B41FA5}">
                      <a16:colId xmlns:a16="http://schemas.microsoft.com/office/drawing/2014/main" val="663578021"/>
                    </a:ext>
                  </a:extLst>
                </a:gridCol>
                <a:gridCol w="1383888">
                  <a:extLst>
                    <a:ext uri="{9D8B030D-6E8A-4147-A177-3AD203B41FA5}">
                      <a16:colId xmlns:a16="http://schemas.microsoft.com/office/drawing/2014/main" val="3374287165"/>
                    </a:ext>
                  </a:extLst>
                </a:gridCol>
                <a:gridCol w="1383888">
                  <a:extLst>
                    <a:ext uri="{9D8B030D-6E8A-4147-A177-3AD203B41FA5}">
                      <a16:colId xmlns:a16="http://schemas.microsoft.com/office/drawing/2014/main" val="957591510"/>
                    </a:ext>
                  </a:extLst>
                </a:gridCol>
              </a:tblGrid>
              <a:tr h="666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Director</a:t>
                      </a:r>
                      <a:endParaRPr lang="en-IN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Aligned Genres</a:t>
                      </a:r>
                      <a:endParaRPr lang="en-IN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 of Movies</a:t>
                      </a:r>
                      <a:endParaRPr lang="en-IN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65822"/>
                  </a:ext>
                </a:extLst>
              </a:tr>
              <a:tr h="666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Toshiya Shinohara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 &amp; Adventure, Anime Features, International Movies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111084"/>
                  </a:ext>
                </a:extLst>
              </a:tr>
              <a:tr h="666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Masahiko Murata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 &amp; Adventure, Anime Features, International Movies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526319"/>
                  </a:ext>
                </a:extLst>
              </a:tr>
              <a:tr h="666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Hajime </a:t>
                      </a:r>
                      <a:r>
                        <a:rPr lang="en-IN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Kamegaki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 &amp; Adventure, Anime Features, International Movies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731435"/>
                  </a:ext>
                </a:extLst>
              </a:tr>
              <a:tr h="666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Delhiprasad</a:t>
                      </a: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Deenadayalan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Comedies, Dramas, International Movies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044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266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137</Words>
  <Application>Microsoft Office PowerPoint</Application>
  <PresentationFormat>Widescreen</PresentationFormat>
  <Paragraphs>33</Paragraphs>
  <Slides>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Bahnschrift Condensed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canute sequiera</dc:creator>
  <cp:lastModifiedBy>canute sequiera</cp:lastModifiedBy>
  <cp:revision>1</cp:revision>
  <dcterms:created xsi:type="dcterms:W3CDTF">2025-10-31T09:28:04Z</dcterms:created>
  <dcterms:modified xsi:type="dcterms:W3CDTF">2025-10-31T12:55:27Z</dcterms:modified>
</cp:coreProperties>
</file>